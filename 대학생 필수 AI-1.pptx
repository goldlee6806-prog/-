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24384000" cy="13716000"/>
  <p:notesSz cx="6858000" cy="9144000"/>
  <p:embeddedFontLst>
    <p:embeddedFont>
      <p:font typeface="Pretendard Regular"/>
      <p:regular r:id="rId15"/>
    </p:embeddedFont>
    <p:embeddedFont>
      <p:font typeface="esamanru OTF Bold"/>
      <p:bold r:id="rId16"/>
    </p:embeddedFont>
    <p:embeddedFont>
      <p:font typeface="Pretendard ExtraBold"/>
      <p:bold r:id="rId17"/>
    </p:embeddedFont>
    <p:embeddedFont>
      <p:font typeface="Pretendard Medium"/>
      <p:bold r:id="rId18"/>
    </p:embeddedFont>
    <p:embeddedFont>
      <p:font typeface="esamanru OTF Medium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.fntdata" Type="http://schemas.openxmlformats.org/officeDocument/2006/relationships/font"/><Relationship Id="rId16" Target="fonts/font2.fntdata" Type="http://schemas.openxmlformats.org/officeDocument/2006/relationships/font"/><Relationship Id="rId17" Target="fonts/font3.fntdata" Type="http://schemas.openxmlformats.org/officeDocument/2006/relationships/font"/><Relationship Id="rId18" Target="fonts/font4.fntdata" Type="http://schemas.openxmlformats.org/officeDocument/2006/relationships/font"/><Relationship Id="rId19" Target="fonts/font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16" Target="../media/image19.png" Type="http://schemas.openxmlformats.org/officeDocument/2006/relationships/image"/><Relationship Id="rId17" Target="../media/image20.png" Type="http://schemas.openxmlformats.org/officeDocument/2006/relationships/image"/><Relationship Id="rId18" Target="../media/image21.png" Type="http://schemas.openxmlformats.org/officeDocument/2006/relationships/image"/><Relationship Id="rId19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9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9.png" Type="http://schemas.openxmlformats.org/officeDocument/2006/relationships/image"/><Relationship Id="rId5" Target="../media/image3.png" Type="http://schemas.openxmlformats.org/officeDocument/2006/relationships/image"/><Relationship Id="rId6" Target="../media/image32.png" Type="http://schemas.openxmlformats.org/officeDocument/2006/relationships/image"/><Relationship Id="rId7" Target="../media/image26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9.png" Type="http://schemas.openxmlformats.org/officeDocument/2006/relationships/image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9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png" Type="http://schemas.openxmlformats.org/officeDocument/2006/relationships/image"/><Relationship Id="rId2" Target="../media/image1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3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50.png" Type="http://schemas.openxmlformats.org/officeDocument/2006/relationships/image"/><Relationship Id="rId2" Target="../media/image1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9.png" Type="http://schemas.openxmlformats.org/officeDocument/2006/relationships/image"/><Relationship Id="rId6" Target="../media/image32.png" Type="http://schemas.openxmlformats.org/officeDocument/2006/relationships/image"/><Relationship Id="rId7" Target="../media/image26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51.png" Type="http://schemas.openxmlformats.org/officeDocument/2006/relationships/image"/><Relationship Id="rId4" Target="../media/image4.png" Type="http://schemas.openxmlformats.org/officeDocument/2006/relationships/image"/><Relationship Id="rId5" Target="../media/image52.png" Type="http://schemas.openxmlformats.org/officeDocument/2006/relationships/image"/><Relationship Id="rId6" Target="../media/image5.png" Type="http://schemas.openxmlformats.org/officeDocument/2006/relationships/image"/><Relationship Id="rId7" Target="../media/image26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61.png" Type="http://schemas.openxmlformats.org/officeDocument/2006/relationships/image"/><Relationship Id="rId2" Target="../media/image1.png" Type="http://schemas.openxmlformats.org/officeDocument/2006/relationships/image"/><Relationship Id="rId3" Target="../media/image57.png" Type="http://schemas.openxmlformats.org/officeDocument/2006/relationships/image"/><Relationship Id="rId4" Target="../media/image9.png" Type="http://schemas.openxmlformats.org/officeDocument/2006/relationships/image"/><Relationship Id="rId5" Target="../media/image58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31341">
            <a:off x="14846300" y="609600"/>
            <a:ext cx="5295900" cy="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331341">
            <a:off x="4241800" y="609600"/>
            <a:ext cx="5295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23114000" cy="1244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13300" y="762000"/>
            <a:ext cx="203200" cy="20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67500" y="762000"/>
            <a:ext cx="203200" cy="20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1079500"/>
            <a:ext cx="22225000" cy="1155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43100" y="11201400"/>
            <a:ext cx="20497800" cy="43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940300" y="3530600"/>
            <a:ext cx="14503400" cy="665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31341">
            <a:off x="14846300" y="609600"/>
            <a:ext cx="5295900" cy="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331341">
            <a:off x="4241800" y="609600"/>
            <a:ext cx="5295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23114000" cy="1244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13300" y="762000"/>
            <a:ext cx="203200" cy="20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67500" y="762000"/>
            <a:ext cx="203200" cy="20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1079500"/>
            <a:ext cx="22225000" cy="1155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365500" y="4521200"/>
            <a:ext cx="4457700" cy="702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07000" y="4292600"/>
            <a:ext cx="774700" cy="774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632200" y="9347200"/>
            <a:ext cx="3937000" cy="1155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594100" y="7099300"/>
            <a:ext cx="4000500" cy="863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089400" y="5549900"/>
            <a:ext cx="3022600" cy="495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658100" y="2108200"/>
            <a:ext cx="9067800" cy="1701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969500" y="4521200"/>
            <a:ext cx="4457700" cy="702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811000" y="4292600"/>
            <a:ext cx="774700" cy="774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223500" y="9626600"/>
            <a:ext cx="3937000" cy="571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185400" y="7099300"/>
            <a:ext cx="4000500" cy="863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680700" y="5549900"/>
            <a:ext cx="3022600" cy="495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814800" y="4521200"/>
            <a:ext cx="4457700" cy="7023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656300" y="4292600"/>
            <a:ext cx="774700" cy="774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7056100" y="9347200"/>
            <a:ext cx="3962400" cy="1155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043400" y="7099300"/>
            <a:ext cx="4000500" cy="863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538700" y="5549900"/>
            <a:ext cx="30226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31341">
            <a:off x="14846300" y="609600"/>
            <a:ext cx="5295900" cy="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331341">
            <a:off x="4241800" y="609600"/>
            <a:ext cx="5295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23114000" cy="1244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13300" y="762000"/>
            <a:ext cx="203200" cy="20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67500" y="762000"/>
            <a:ext cx="203200" cy="20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1079500"/>
            <a:ext cx="22225000" cy="1155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05000" y="3619500"/>
            <a:ext cx="205740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92300" y="6858000"/>
            <a:ext cx="10134600" cy="402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83200" y="5156200"/>
            <a:ext cx="33528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30900" y="1854200"/>
            <a:ext cx="12522200" cy="166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093700" y="4749800"/>
            <a:ext cx="8115300" cy="607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31341">
            <a:off x="14846300" y="609600"/>
            <a:ext cx="5295900" cy="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331341">
            <a:off x="4241800" y="609600"/>
            <a:ext cx="5295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23114000" cy="1244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13300" y="762000"/>
            <a:ext cx="203200" cy="20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67500" y="762000"/>
            <a:ext cx="203200" cy="20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1079500"/>
            <a:ext cx="22225000" cy="1155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05000" y="3619500"/>
            <a:ext cx="205740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90700" y="6858000"/>
            <a:ext cx="10337800" cy="469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84700" y="5156200"/>
            <a:ext cx="47752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30900" y="1854200"/>
            <a:ext cx="12522200" cy="166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131800" y="5753100"/>
            <a:ext cx="87122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31341">
            <a:off x="14846300" y="609600"/>
            <a:ext cx="5295900" cy="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331341">
            <a:off x="4241800" y="609600"/>
            <a:ext cx="5295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23114000" cy="1244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13300" y="762000"/>
            <a:ext cx="203200" cy="20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67500" y="762000"/>
            <a:ext cx="203200" cy="20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1079500"/>
            <a:ext cx="22225000" cy="1155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05000" y="3619500"/>
            <a:ext cx="205740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05000" y="6858000"/>
            <a:ext cx="10134600" cy="3352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953000" y="5156200"/>
            <a:ext cx="40259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30900" y="1854200"/>
            <a:ext cx="12522200" cy="166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763500" y="6400800"/>
            <a:ext cx="94615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31341">
            <a:off x="14846300" y="609600"/>
            <a:ext cx="5295900" cy="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331341">
            <a:off x="4241800" y="609600"/>
            <a:ext cx="5295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23114000" cy="1244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13300" y="762000"/>
            <a:ext cx="203200" cy="20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67500" y="762000"/>
            <a:ext cx="203200" cy="20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1079500"/>
            <a:ext cx="22225000" cy="1155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05000" y="3619500"/>
            <a:ext cx="205740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05000" y="6184900"/>
            <a:ext cx="10134600" cy="469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953000" y="5207000"/>
            <a:ext cx="40259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30900" y="1854200"/>
            <a:ext cx="12522200" cy="166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357100" y="6591300"/>
            <a:ext cx="9372600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31341">
            <a:off x="14846300" y="609600"/>
            <a:ext cx="5295900" cy="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331341">
            <a:off x="4241800" y="609600"/>
            <a:ext cx="5295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23114000" cy="1244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13300" y="762000"/>
            <a:ext cx="203200" cy="20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67500" y="762000"/>
            <a:ext cx="203200" cy="20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1079500"/>
            <a:ext cx="22225000" cy="1155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05000" y="3619500"/>
            <a:ext cx="205740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05000" y="6070600"/>
            <a:ext cx="10134600" cy="4914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953000" y="5207000"/>
            <a:ext cx="40259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30900" y="1854200"/>
            <a:ext cx="12522200" cy="166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055600" y="6400800"/>
            <a:ext cx="7327900" cy="314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31341">
            <a:off x="14846300" y="609600"/>
            <a:ext cx="5295900" cy="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331341">
            <a:off x="4241800" y="609600"/>
            <a:ext cx="5295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23114000" cy="1244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13300" y="762000"/>
            <a:ext cx="203200" cy="20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67500" y="762000"/>
            <a:ext cx="203200" cy="20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1079500"/>
            <a:ext cx="22225000" cy="1155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05000" y="3619500"/>
            <a:ext cx="205740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05000" y="6184900"/>
            <a:ext cx="10134600" cy="469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953000" y="5207000"/>
            <a:ext cx="40259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30900" y="1854200"/>
            <a:ext cx="12522200" cy="166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046200" y="5207000"/>
            <a:ext cx="5486400" cy="5359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31341">
            <a:off x="14846300" y="609600"/>
            <a:ext cx="5295900" cy="5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331341">
            <a:off x="4241800" y="609600"/>
            <a:ext cx="5295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23114000" cy="1244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13300" y="762000"/>
            <a:ext cx="203200" cy="20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67500" y="762000"/>
            <a:ext cx="203200" cy="20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1079500"/>
            <a:ext cx="22225000" cy="1155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05000" y="3619500"/>
            <a:ext cx="205740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05000" y="6578600"/>
            <a:ext cx="10134600" cy="392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953000" y="5156200"/>
            <a:ext cx="40259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30900" y="1854200"/>
            <a:ext cx="12522200" cy="166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87500" y="5003800"/>
            <a:ext cx="5232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